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5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0F5"/>
                </a:solidFill>
              </a:defRPr>
            </a:pPr>
            <a:r>
              <a:t>Intelligent Code Generation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 Component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Generated on 2026-02-13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2011680" cy="384048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923"/>
                </a:solidFill>
              </a:defRPr>
            </a:pPr>
            <a:r>
              <a:t>What makes GenUI useful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420624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09728" cy="141732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40280"/>
            <a:ext cx="320040" cy="32004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76272"/>
            <a:ext cx="3291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AI Code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70048"/>
            <a:ext cx="3291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Turn a short UI description into clean component code using backend AI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11680"/>
            <a:ext cx="411480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11680"/>
            <a:ext cx="109728" cy="1417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2240280"/>
            <a:ext cx="320040" cy="32004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1762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Live Preview +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670048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Generated code opens inside Monaco Editor with instant preview for rapid iteration.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420624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109728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840480"/>
            <a:ext cx="320040" cy="3200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76472"/>
            <a:ext cx="32918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Protected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0248"/>
            <a:ext cx="3291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Protected routes and session token ensure controlled access to features.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611880"/>
            <a:ext cx="4114800" cy="1417320"/>
          </a:xfrm>
          <a:prstGeom prst="roundRect">
            <a:avLst/>
          </a:prstGeom>
          <a:solidFill>
            <a:srgbClr val="FAFAFC"/>
          </a:solidFill>
          <a:ln>
            <a:solidFill>
              <a:srgbClr val="E1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611880"/>
            <a:ext cx="109728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00600" y="3840480"/>
            <a:ext cx="320040" cy="3200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37764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t>Supabase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270248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464650"/>
                </a:solidFill>
              </a:defRPr>
            </a:pPr>
            <a:r>
              <a:t>Every generation is stored in Supabase so users can revisit recent prompts and outputs.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Feature 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Introduction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Objective: Automate frontend component generation using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Leverage Google Gemini API for intelligent code synthesis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Support multiple frameworks: HTML, CSS, Tailwind, Bootstrap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Enable developers to rapidly prototype UI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Reduce development time and improve code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Provide real-time preview and code editing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2011680" cy="384048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923"/>
                </a:solidFill>
              </a:defRPr>
            </a:pPr>
            <a:r>
              <a:t>High-level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468880" cy="114300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Frontend</a:t>
            </a:r>
          </a:p>
          <a:p>
            <a: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94560"/>
            <a:ext cx="2468880" cy="114300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Backend API</a:t>
            </a:r>
          </a:p>
          <a:p>
            <a:r>
              <a:t>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2011680" cy="10058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Gemini</a:t>
            </a:r>
          </a:p>
          <a:p>
            <a: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00400"/>
            <a:ext cx="2011680" cy="100584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Supabase</a:t>
            </a:r>
          </a:p>
          <a:p>
            <a:r>
              <a:t>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743200"/>
            <a:ext cx="457200" cy="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35040" y="2468880"/>
            <a:ext cx="457200" cy="18288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880360"/>
            <a:ext cx="457200" cy="822960"/>
          </a:xfrm>
          <a:prstGeom prst="line">
            <a:avLst/>
          </a:prstGeom>
          <a:ln>
            <a:solidFill>
              <a:srgbClr val="5A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0"/>
            <a:ext cx="5486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464650"/>
                </a:solidFill>
              </a:defRPr>
            </a:pPr>
            <a:r>
              <a:t>Data flow:</a:t>
            </a:r>
            <a:br/>
            <a:r>
              <a:t>• Frontend calls /generate (Bearer token)</a:t>
            </a:r>
            <a:br/>
            <a:r>
              <a:t>• Backend calls Gemini for code</a:t>
            </a:r>
            <a:br/>
            <a:r>
              <a:t>• Backend stores output in Supabase history</a:t>
            </a:r>
            <a:br/>
            <a:r>
              <a:t>• Frontend fetches /history to display recent generations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System Requirement Specification (SRS)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Functional Requirements: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User input framework selection (HTML/CSS/Tailwind/Bootstrap)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Component description input via textarea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API integration with Google Generative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Code editor with syntax highlighting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Live preview of generated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Copy-to-clipboard functionality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Persist generated code history (Supabase) per authenticated session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Error handling and fallback mechanisms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Process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1. User selects framework from dropdown menu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2. User describes desired component in textarea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3. Frontend sends request to backend API (/generate)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4. Backend constructs prompt for Gemini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5. Gemini API generates component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6. Backend returns generated code to 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7. Frontend displays code in Monaco editor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8. User can preview, copy, or export the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Project Timeline (3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Requirements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874519"/>
            <a:ext cx="1097280" cy="27432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Backend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423160"/>
            <a:ext cx="1645919" cy="27432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Frontend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971800"/>
            <a:ext cx="1645919" cy="2743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API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3520440"/>
            <a:ext cx="1645919" cy="2743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Testing &amp; 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9" y="4069080"/>
            <a:ext cx="1097280" cy="27432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617720"/>
            <a:ext cx="0" cy="274320"/>
          </a:xfrm>
          <a:prstGeom prst="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Timeline: Week 1-9  |  3 Months Total Duration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Data Dictionary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Framework: string - selected UI framework (HTML/CSS/Tailwind/Bootstrap)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Prompt: string - user's component description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Code: string - generated component code output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Loading: boolean - indicates API request in progress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OutputScreen: boolean - toggles code editor/preview visibility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Tab: integer - current tab selection (1=Code, 2=Preview)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Response: object - API response containing generated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Error: string - error message if generation fails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History: array - list of previously generated components loaded from Supabase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HistoryItem: object - { id, framework, prompt, code, created_at }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AuthToken: string - bearer token used to associate history with a user/session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Data Flow Diagram (DFD)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463040" cy="731520"/>
          </a:xfrm>
          <a:prstGeom prst="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0116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Templates Store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828800"/>
            <a:ext cx="1280160" cy="914400"/>
          </a:xfrm>
          <a:prstGeom prst="ellipse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Validate</a:t>
            </a:r>
          </a:p>
          <a:p>
            <a:r>
              <a:t>Prompt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828800"/>
            <a:ext cx="1463040" cy="914400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Generate</a:t>
            </a:r>
          </a:p>
          <a:p>
            <a: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114800"/>
            <a:ext cx="2194560" cy="914400"/>
          </a:xfrm>
          <a:prstGeom prst="rect">
            <a:avLst/>
          </a:prstGeom>
          <a:noFill/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Framework</a:t>
            </a:r>
          </a:p>
          <a:p>
            <a:r>
              <a:t>Templates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4114800"/>
            <a:ext cx="822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4114800"/>
            <a:ext cx="2377440" cy="914400"/>
          </a:xfrm>
          <a:prstGeom prst="rect">
            <a:avLst/>
          </a:prstGeom>
          <a:noFill/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Cache &amp;</a:t>
            </a:r>
          </a:p>
          <a:p>
            <a:r>
              <a:t>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114800"/>
            <a:ext cx="5486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1828800"/>
            <a:ext cx="146304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Gemini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2194560"/>
            <a:ext cx="822960" cy="914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2286000"/>
            <a:ext cx="54864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286000"/>
            <a:ext cx="1097280" cy="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743200"/>
            <a:ext cx="731520" cy="9144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743200" y="3657600"/>
            <a:ext cx="1097280" cy="54864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Framework</a:t>
            </a:r>
          </a:p>
          <a:p>
            <a: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F0F0F5"/>
                </a:solidFill>
              </a:defRPr>
            </a:pPr>
            <a:r>
              <a:t>DFD: External Entities (rectangles), Processes (circles), Data Stores (open rectangles)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Entity-Relationship Diagram (ER)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0" cy="1097280"/>
          </a:xfrm>
          <a:prstGeom prst="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—</a:t>
            </a:r>
            <a:br/>
            <a:r>
              <a:t>user_id</a:t>
            </a:r>
            <a:br/>
            <a:r>
              <a:t>name</a:t>
            </a:r>
            <a:br/>
            <a:r>
              <a:t>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1645920" cy="1097280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GENERATION</a:t>
            </a:r>
            <a:br/>
            <a:r>
              <a:t>—</a:t>
            </a:r>
            <a:br/>
            <a:r>
              <a:t>gen_id</a:t>
            </a:r>
            <a:br/>
            <a:r>
              <a:t>framework</a:t>
            </a:r>
            <a:br/>
            <a: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828800"/>
            <a:ext cx="1371600" cy="1097280"/>
          </a:xfrm>
          <a:prstGeom prst="rect">
            <a:avLst/>
          </a:prstGeom>
          <a:solidFill>
            <a:srgbClr val="FF6B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</a:t>
            </a:r>
            <a:br/>
            <a:r>
              <a:t>—</a:t>
            </a:r>
            <a:br/>
            <a:r>
              <a:t>code_id</a:t>
            </a:r>
            <a:br/>
            <a:r>
              <a:t>generated</a:t>
            </a:r>
            <a:br/>
            <a:r>
              <a:t>timestamp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1371600" cy="1097280"/>
          </a:xfrm>
          <a:prstGeom prst="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API_LOG</a:t>
            </a:r>
            <a:br/>
            <a:r>
              <a:t>—</a:t>
            </a:r>
            <a:br/>
            <a:r>
              <a:t>api_id</a:t>
            </a:r>
            <a:br/>
            <a:r>
              <a:t>status</a:t>
            </a:r>
            <a:br/>
            <a:r>
              <a:t>response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377440"/>
            <a:ext cx="109728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creates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377440"/>
            <a:ext cx="82296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2011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stores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377440"/>
            <a:ext cx="27432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/>
            </a:pPr>
            <a:r>
              <a:t>Relationships:</a:t>
            </a:r>
            <a:br/>
            <a:r>
              <a:t>• USER creates multiple GENERATIONs (1:N)</a:t>
            </a:r>
            <a:br/>
            <a:r>
              <a:t>• GENERATION results in CODE (1:1)</a:t>
            </a:r>
            <a:br/>
            <a:r>
              <a:t>• CODE logs into API_LOG (1:1)</a:t>
            </a:r>
            <a:br/>
            <a:r>
              <a:t>• USER can view their generation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User Interface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Navigation Bar: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Project logo and branding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Framework Selection: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Dropdown with 5 framework options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Component Description: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Textarea for detailed component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Generate Button: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Triggers API request with loading spinner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Code Output: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Monaco Editor with syntax highlighting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Output Controls: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Copy, Export, Preview, Refresh 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Expected Report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Generated Component Report includes: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Framework-specific code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HTML markup and semantic 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CSS styling and responsive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JavaScript functionality (if applicable)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Commentary and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Export Formats: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Raw HTML/CSS 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Downloadable code snippets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Shareable component 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References &amp; Bibliography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Technologies &amp; Frameworks: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Google Generative AI (Gemini API) - model-serving &amp; inference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React.js 19.2.0 - frontend UI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Express.js 5.2.1 - backend API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Vite 7.2.4 - build tool and dev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Tailwind CSS 3.4.19 - utility-first styling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Monaco Editor - code editor component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Documentation &amp; Resources: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https://react.dev/link/react-devtools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• https://google.ai/gemini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Component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0F0F5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856D6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"/>
          </a:xfrm>
          <a:prstGeom prst="rect">
            <a:avLst/>
          </a:prstGeom>
          <a:solidFill>
            <a:srgbClr val="585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8229600" cy="4480560"/>
          </a:xfrm>
          <a:prstGeom prst="roundRect">
            <a:avLst/>
          </a:prstGeom>
          <a:solidFill>
            <a:srgbClr val="FAFAFC"/>
          </a:solidFill>
          <a:ln>
            <a:solidFill>
              <a:srgbClr val="E6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Advanced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Support for additional frameworks (Vue, Angular, Svelte)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Multi-language code generation (TypeScript, JSX, Python)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Component templates and design system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Version control and component history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Real-time collaboration for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Custom AI model fine-tuning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Mobile app for iOS/Android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Cloud deployment with CDN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82"/>
                </a:solidFill>
              </a:defRPr>
            </a:pPr>
            <a:r>
              <a:t>ai-com-gen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82"/>
                </a:solidFill>
              </a:defRPr>
            </a:pPr>
            <a:r>
              <a:t>2026-02-13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