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56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097280"/>
            <a:ext cx="4572000" cy="4572000"/>
          </a:xfrm>
          <a:prstGeom prst="ellipse">
            <a:avLst/>
          </a:prstGeom>
          <a:solidFill>
            <a:srgbClr val="FFFFFF">
              <a:lumMod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2926080"/>
            <a:ext cx="4114800" cy="4114800"/>
          </a:xfrm>
          <a:prstGeom prst="ellipse">
            <a:avLst/>
          </a:prstGeom>
          <a:solidFill>
            <a:srgbClr val="FFFFFF">
              <a:lumMod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0F0F5"/>
                </a:solidFill>
              </a:defRPr>
            </a:pPr>
            <a:r>
              <a:t>Intelligent Code Generation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1097280"/>
            <a:ext cx="3657600" cy="3657600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Highlights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2011680" cy="384048"/>
          </a:xfrm>
          <a:prstGeom prst="round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121C"/>
                </a:solidFill>
              </a:defRPr>
            </a:pPr>
            <a:r>
              <a:t>What makes GenUI useful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4206240" cy="1417320"/>
          </a:xfrm>
          <a:prstGeom prst="roundRect">
            <a:avLst/>
          </a:prstGeom>
          <a:solidFill>
            <a:srgbClr val="FAFAFC"/>
          </a:solidFill>
          <a:ln>
            <a:solidFill>
              <a:srgbClr val="E1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109728" cy="1417320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240280"/>
            <a:ext cx="320040" cy="32004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176272"/>
            <a:ext cx="3291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t>AI Code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70048"/>
            <a:ext cx="3291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464650"/>
                </a:solidFill>
              </a:defRPr>
            </a:pPr>
            <a:r>
              <a:t>Turn a short UI description into clean component code using backend AI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011680"/>
            <a:ext cx="4114800" cy="1417320"/>
          </a:xfrm>
          <a:prstGeom prst="roundRect">
            <a:avLst/>
          </a:prstGeom>
          <a:solidFill>
            <a:srgbClr val="FAFAFC"/>
          </a:solidFill>
          <a:ln>
            <a:solidFill>
              <a:srgbClr val="E1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011680"/>
            <a:ext cx="109728" cy="1417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0600" y="2240280"/>
            <a:ext cx="320040" cy="32004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17627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t>Live Preview + Editor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70048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464650"/>
                </a:solidFill>
              </a:defRPr>
            </a:pPr>
            <a:r>
              <a:t>Generated code opens inside Monaco Editor with instant preview for rapid iteration.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4206240" cy="1417320"/>
          </a:xfrm>
          <a:prstGeom prst="roundRect">
            <a:avLst/>
          </a:prstGeom>
          <a:solidFill>
            <a:srgbClr val="FAFAFC"/>
          </a:solidFill>
          <a:ln>
            <a:solidFill>
              <a:srgbClr val="E1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109728" cy="1417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3840480"/>
            <a:ext cx="320040" cy="3200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776472"/>
            <a:ext cx="3291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t>Protected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70248"/>
            <a:ext cx="3291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464650"/>
                </a:solidFill>
              </a:defRPr>
            </a:pPr>
            <a:r>
              <a:t>Protected routes and session token ensure controlled access to features.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611880"/>
            <a:ext cx="4114800" cy="1417320"/>
          </a:xfrm>
          <a:prstGeom prst="roundRect">
            <a:avLst/>
          </a:prstGeom>
          <a:solidFill>
            <a:srgbClr val="FAFAFC"/>
          </a:solidFill>
          <a:ln>
            <a:solidFill>
              <a:srgbClr val="E1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611880"/>
            <a:ext cx="109728" cy="1417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840480"/>
            <a:ext cx="320040" cy="3200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377647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t>Supabase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270248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464650"/>
                </a:solidFill>
              </a:defRPr>
            </a:pPr>
            <a:r>
              <a:t>Every generation is stored in Supabase so users can revisit recent prompts and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1097280"/>
            <a:ext cx="3657600" cy="3657600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2121C"/>
                </a:solidFill>
              </a:defRPr>
            </a:pPr>
            <a:r>
              <a:t>Introduction &amp;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Objective: Automate frontend component generation using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Leverage Google Gemini API for intelligent code synthesis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Support multiple frameworks: HTML, CSS, Tailwind, Bootstrap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Enable developers to rapidly prototype UI components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Reduce development time and improve code 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Provide real-time preview and code editing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1097280"/>
            <a:ext cx="3657600" cy="3657600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2011680" cy="384048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1923"/>
                </a:solidFill>
              </a:defRPr>
            </a:pPr>
            <a:r>
              <a:t>High-level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2468880" cy="114300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Frontend</a:t>
            </a:r>
          </a:p>
          <a:p>
            <a:r>
              <a:t>React + Vite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2468880" cy="114300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Backend API</a:t>
            </a:r>
          </a:p>
          <a:p>
            <a:r>
              <a:t>Express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920240"/>
            <a:ext cx="2011680" cy="10058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Gemini</a:t>
            </a:r>
          </a:p>
          <a:p>
            <a: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200400"/>
            <a:ext cx="2011680" cy="1005840"/>
          </a:xfrm>
          <a:prstGeom prst="round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Supabase</a:t>
            </a:r>
          </a:p>
          <a:p>
            <a:r>
              <a:t>DB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2743200"/>
            <a:ext cx="457200" cy="0"/>
          </a:xfrm>
          <a:prstGeom prst="line">
            <a:avLst/>
          </a:prstGeom>
          <a:ln>
            <a:solidFill>
              <a:srgbClr val="5A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35040" y="2468880"/>
            <a:ext cx="457200" cy="182880"/>
          </a:xfrm>
          <a:prstGeom prst="line">
            <a:avLst/>
          </a:prstGeom>
          <a:ln>
            <a:solidFill>
              <a:srgbClr val="5A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2880360"/>
            <a:ext cx="457200" cy="822960"/>
          </a:xfrm>
          <a:prstGeom prst="line">
            <a:avLst/>
          </a:prstGeom>
          <a:ln>
            <a:solidFill>
              <a:srgbClr val="5A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3840480"/>
            <a:ext cx="54864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464650"/>
                </a:solidFill>
              </a:defRPr>
            </a:pPr>
            <a:r>
              <a:t>Data flow:</a:t>
            </a:r>
            <a:br/>
            <a:r>
              <a:t>• Frontend calls /generate (Bearer token)</a:t>
            </a:r>
            <a:br/>
            <a:r>
              <a:t>• Backend calls Gemini for code</a:t>
            </a:r>
            <a:br/>
            <a:r>
              <a:t>• Backend stores output in Supabase history</a:t>
            </a:r>
            <a:br/>
            <a:r>
              <a:t>• Frontend fetches /history to display recent generations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1097280"/>
            <a:ext cx="3657600" cy="3657600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2121C"/>
                </a:solidFill>
              </a:defRPr>
            </a:pPr>
            <a:r>
              <a:t>System Requirement Specification (SRS)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Functional Requirements: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User input framework selection (HTML/CSS/Tailwind/Bootstrap)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Component description input via textarea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API integration with Google Generative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Code editor with syntax highlighting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Live preview of generated components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Copy-to-clipboard functionality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Persist generated code history (Supabase) per authenticated session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Error handling and fallback mechanisms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1097280"/>
            <a:ext cx="3657600" cy="3657600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2121C"/>
                </a:solidFill>
              </a:defRPr>
            </a:pPr>
            <a:r>
              <a:t>Process Logic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1. User selects framework from dropdown menu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2. User describes desired component in textarea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3. Frontend sends request to backend API (/generate)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4. Backend constructs prompt for Gemini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5. Gemini API generates component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6. Backend returns generated code to frontend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7. Frontend displays code in Monaco editor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8. User can preview, copy, or export the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Project Timeline (3 Months)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Requirements &amp;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1874519"/>
            <a:ext cx="1097280" cy="274320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Backend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423160"/>
            <a:ext cx="1645919" cy="27432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Frontend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971800"/>
            <a:ext cx="1645919" cy="2743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API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3520440"/>
            <a:ext cx="1645919" cy="27432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Testing &amp; QA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59" y="4069080"/>
            <a:ext cx="1097280" cy="274320"/>
          </a:xfrm>
          <a:prstGeom prst="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4617720"/>
            <a:ext cx="0" cy="274320"/>
          </a:xfrm>
          <a:prstGeom prst="rect">
            <a:avLst/>
          </a:prstGeom>
          <a:solidFill>
            <a:srgbClr val="5856D6"/>
          </a:solidFill>
          <a:ln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Timeline: Week 1-9  |  3 Months Total Duration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1097280"/>
            <a:ext cx="3657600" cy="3657600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2121C"/>
                </a:solidFill>
              </a:defRPr>
            </a:pPr>
            <a:r>
              <a:t>Data Dictionary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Framework: string - selected UI framework (HTML/CSS/Tailwind/Bootstrap)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Prompt: string - user's component description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Code: string - generated component code output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Loading: boolean - indicates API request in progress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OutputScreen: boolean - toggles code editor/preview visibility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Tab: integer - current tab selection (1=Code, 2=Preview)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Response: object - API response containing generated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Error: string - error message if generation fails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History: array - list of previously generated components loaded from Supabase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HistoryItem: object - { id, framework, prompt, code, created_at }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AuthToken: string - bearer token used to associate history with a user/session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Data Flow Diagram (DFD)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463040" cy="731520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011680" cy="82296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Templates Store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1828800"/>
            <a:ext cx="1280160" cy="914400"/>
          </a:xfrm>
          <a:prstGeom prst="ellipse">
            <a:avLst/>
          </a:prstGeom>
          <a:solidFill>
            <a:srgbClr val="5856D6"/>
          </a:solidFill>
          <a:ln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Validate</a:t>
            </a:r>
          </a:p>
          <a:p>
            <a:r>
              <a:t>Prompt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1828800"/>
            <a:ext cx="1463040" cy="914400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Generate</a:t>
            </a:r>
          </a:p>
          <a:p>
            <a: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4114800"/>
            <a:ext cx="2194560" cy="914400"/>
          </a:xfrm>
          <a:prstGeom prst="rect">
            <a:avLst/>
          </a:prstGeom>
          <a:noFill/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Framework</a:t>
            </a:r>
          </a:p>
          <a:p>
            <a:r>
              <a:t>Templates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4114800"/>
            <a:ext cx="8229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4114800"/>
            <a:ext cx="2377440" cy="914400"/>
          </a:xfrm>
          <a:prstGeom prst="rect">
            <a:avLst/>
          </a:prstGeom>
          <a:noFill/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Cache &amp;</a:t>
            </a:r>
          </a:p>
          <a:p>
            <a:r>
              <a:t>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4114800"/>
            <a:ext cx="5486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1828800"/>
            <a:ext cx="1463040" cy="7315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Gemini 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0240" y="2194560"/>
            <a:ext cx="822960" cy="9144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60" y="2286000"/>
            <a:ext cx="548640" cy="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40" y="2286000"/>
            <a:ext cx="1097280" cy="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2743200"/>
            <a:ext cx="731520" cy="91440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743200" y="3657600"/>
            <a:ext cx="1097280" cy="54864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0240" y="1828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Framework</a:t>
            </a:r>
          </a:p>
          <a:p>
            <a:r>
              <a:t>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828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828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0F0F5"/>
                </a:solidFill>
              </a:defRPr>
            </a:pPr>
            <a:r>
              <a:t>DFD: External Entities (rectangles), Processes (circles), Data Stores (open rectangles)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Entity-Relationship Diagram (ER)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371600" cy="1097280"/>
          </a:xfrm>
          <a:prstGeom prst="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</a:t>
            </a:r>
            <a:br/>
            <a:r>
              <a:t>—</a:t>
            </a:r>
            <a:br/>
            <a:r>
              <a:t>user_id</a:t>
            </a:r>
            <a:br/>
            <a:r>
              <a:t>name</a:t>
            </a:r>
            <a:br/>
            <a:r>
              <a:t>email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828800"/>
            <a:ext cx="1645920" cy="1097280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GENERATION</a:t>
            </a:r>
            <a:br/>
            <a:r>
              <a:t>—</a:t>
            </a:r>
            <a:br/>
            <a:r>
              <a:t>gen_id</a:t>
            </a:r>
            <a:br/>
            <a:r>
              <a:t>framework</a:t>
            </a:r>
            <a:br/>
            <a:r>
              <a:t>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828800"/>
            <a:ext cx="1371600" cy="1097280"/>
          </a:xfrm>
          <a:prstGeom prst="rect">
            <a:avLst/>
          </a:prstGeom>
          <a:solidFill>
            <a:srgbClr val="FF6B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CODE</a:t>
            </a:r>
            <a:br/>
            <a:r>
              <a:t>—</a:t>
            </a:r>
            <a:br/>
            <a:r>
              <a:t>code_id</a:t>
            </a:r>
            <a:br/>
            <a:r>
              <a:t>generated</a:t>
            </a:r>
            <a:br/>
            <a:r>
              <a:t>timestamp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1371600" cy="1097280"/>
          </a:xfrm>
          <a:prstGeom prst="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API_LOG</a:t>
            </a:r>
            <a:br/>
            <a:r>
              <a:t>—</a:t>
            </a:r>
            <a:br/>
            <a:r>
              <a:t>api_id</a:t>
            </a:r>
            <a:br/>
            <a:r>
              <a:t>status</a:t>
            </a:r>
            <a:br/>
            <a:r>
              <a:t>response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377440"/>
            <a:ext cx="1097280" cy="0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6000" y="2011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creates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46320" y="2377440"/>
            <a:ext cx="822960" cy="0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0" y="2011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stores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0" y="2377440"/>
            <a:ext cx="274320" cy="0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0" y="2011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/>
            </a:pPr>
            <a:r>
              <a:t>Relationships:</a:t>
            </a:r>
            <a:br/>
            <a:r>
              <a:t>• USER creates multiple GENERATIONs (1:N)</a:t>
            </a:r>
            <a:br/>
            <a:r>
              <a:t>• GENERATION results in CODE (1:1)</a:t>
            </a:r>
            <a:br/>
            <a:r>
              <a:t>• CODE logs into API_LOG (1:1)</a:t>
            </a:r>
            <a:br/>
            <a:r>
              <a:t>• USER can view their generation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1097280"/>
            <a:ext cx="3657600" cy="3657600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2121C"/>
                </a:solidFill>
              </a:defRPr>
            </a:pPr>
            <a:r>
              <a:t>User Interface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Navigation Bar: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Project logo and branding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Framework Selection: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Dropdown with 5 framework options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Component Description: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Textarea for detailed component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Generate Button: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Triggers API request with loading spinner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Code Output: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Monaco Editor with syntax highlighting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Output Controls: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Copy, Export, Preview, Refresh buttons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1097280"/>
            <a:ext cx="3657600" cy="3657600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2121C"/>
                </a:solidFill>
              </a:defRPr>
            </a:pPr>
            <a:r>
              <a:t>Expected Report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Generated Component Report includes: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Framework-specific code 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HTML markup and semantic tags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CSS styling and responsive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JavaScript functionality (if applicable)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Commentary and best practices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Export Formats: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Raw HTML/CSS files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Downloadable code snippets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Shareable component links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1097280"/>
            <a:ext cx="3657600" cy="3657600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2121C"/>
                </a:solidFill>
              </a:defRPr>
            </a:pPr>
            <a:r>
              <a:t>References &amp; Bibliography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Technologies &amp; Frameworks: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Google Generative AI (Gemini API) - model-serving &amp; inference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React.js 19.2.0 - frontend UI framework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Express.js 5.2.1 - backend API server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Vite 7.2.4 - build tool and dev server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Tailwind CSS 3.4.19 - utility-first styling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Monaco Editor - code editor component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Documentation &amp; Resources: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https://react.dev/link/react-devtools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https://google.ai/gemini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1097280"/>
            <a:ext cx="3657600" cy="3657600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2121C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Advanced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Support for additional frameworks (Vue, Angular, Svelte)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Multi-language code generation (TypeScript, JSX, Python)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Component templates and design system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Version control and component history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Real-time collaboration for teams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Custom AI model fine-tuning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Mobile app for iOS/Android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Cloud deployment with CDN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